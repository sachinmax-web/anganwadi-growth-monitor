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A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GROWTH &amp; CENTER MANAGEMENT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Anganwadi Growth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for child growth tracking and Anganwadi management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25400">
            <a:solidFill>
              <a:srgbClr val="E87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Sachin Joy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P.S.V.P. Engineering College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989320"/>
            <a:ext cx="987552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98932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92224" y="5989320"/>
            <a:ext cx="886968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59893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43784" y="5989320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5989320"/>
            <a:ext cx="786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598932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5989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45152" y="5989320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598932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5989320"/>
            <a:ext cx="987552" cy="365760"/>
          </a:xfrm>
          <a:prstGeom prst="roundRect">
            <a:avLst>
              <a:gd name="adj" fmla="val 15000"/>
            </a:avLst>
          </a:prstGeom>
          <a:solidFill>
            <a:srgbClr val="0F3A33"/>
          </a:solidFill>
          <a:ln w="9525">
            <a:solidFill>
              <a:srgbClr val="F2B4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598932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 centers play a vital role in providing nutrition, healthcare, and early childhood development services to children. Maintaining growth and health records manually is difficult and time-consuming.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E8F3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278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4754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Anganwadi Growth Monitoring System is a web-based application built to digitally manage child records and monitor growth — replacing scattered paperwork with one centralized platform.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 workers can now: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74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18562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children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377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65392" y="235915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child information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880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28620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height and weight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383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33649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growth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26480" y="388620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65392" y="38679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child records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26480" y="438912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389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65392" y="43708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total registered children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26480" y="489204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65392" y="487375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centralized dashboard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26480" y="5394960"/>
            <a:ext cx="310896" cy="31089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53949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65392" y="53766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paperwork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6420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records are maintained manually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44144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 can be lost or damaged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21868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0632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a child's information takes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99592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840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 is difficult to track regularly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5352" y="166420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2" name="Text 20"/>
          <p:cNvSpPr/>
          <p:nvPr/>
        </p:nvSpPr>
        <p:spPr>
          <a:xfrm>
            <a:off x="6245352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1508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can lead to errors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228600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244144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2286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digital dashboard is available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80760" y="306324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5352" y="321868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20840" y="30632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multiple children becomes difficult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80760" y="384048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E8F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3995928"/>
            <a:ext cx="329184" cy="329184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4" name="Text 32"/>
          <p:cNvSpPr/>
          <p:nvPr/>
        </p:nvSpPr>
        <p:spPr>
          <a:xfrm>
            <a:off x="6245352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3840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useful insights from manual records is hard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3A3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65099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SYSTEM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user-friendly digital system is required to manage children's data efficiently and support better growth monitoring.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process mainly depends on manual record maintenance.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64008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documentation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data entry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record searching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losing physical records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update information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visualization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access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monitor growth history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1965960"/>
            <a:ext cx="4389120" cy="2011680"/>
          </a:xfrm>
          <a:prstGeom prst="roundRect">
            <a:avLst>
              <a:gd name="adj" fmla="val 3636"/>
            </a:avLst>
          </a:prstGeom>
          <a:solidFill>
            <a:srgbClr val="E8F3EC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242316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reduce efficiency and make it harder for Anganwadi workers to manage a large number of children.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for managing child-related information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130552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7" name="Text 5"/>
          <p:cNvSpPr/>
          <p:nvPr/>
        </p:nvSpPr>
        <p:spPr>
          <a:xfrm>
            <a:off x="1399032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System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3666744" y="2130552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265176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84064" y="1965960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4456" y="2130552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5" name="Text 13"/>
          <p:cNvSpPr/>
          <p:nvPr/>
        </p:nvSpPr>
        <p:spPr>
          <a:xfrm>
            <a:off x="5934456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5504" y="265176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Registration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51776" y="1965960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2168" y="2130552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9" name="Text 17"/>
          <p:cNvSpPr/>
          <p:nvPr/>
        </p:nvSpPr>
        <p:spPr>
          <a:xfrm>
            <a:off x="8202168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43216" y="265176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Records Management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19488" y="1965960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9880" y="2130552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69880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10928" y="265176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 Management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282696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399032" y="3447288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7" name="Text 25"/>
          <p:cNvSpPr/>
          <p:nvPr/>
        </p:nvSpPr>
        <p:spPr>
          <a:xfrm>
            <a:off x="1399032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3968496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&amp; Weight Tracking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16352" y="3282696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3666744" y="3447288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1" name="Text 29"/>
          <p:cNvSpPr/>
          <p:nvPr/>
        </p:nvSpPr>
        <p:spPr>
          <a:xfrm>
            <a:off x="3666744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907792" y="3968496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View Details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84064" y="3282696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5934456" y="3447288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5" name="Text 33"/>
          <p:cNvSpPr/>
          <p:nvPr/>
        </p:nvSpPr>
        <p:spPr>
          <a:xfrm>
            <a:off x="5934456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75504" y="3968496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 Child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51776" y="3282696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38" name="Shape 36"/>
          <p:cNvSpPr/>
          <p:nvPr/>
        </p:nvSpPr>
        <p:spPr>
          <a:xfrm>
            <a:off x="8202168" y="3447288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9" name="Text 37"/>
          <p:cNvSpPr/>
          <p:nvPr/>
        </p:nvSpPr>
        <p:spPr>
          <a:xfrm>
            <a:off x="8202168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43216" y="3968496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Children Count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19488" y="3282696"/>
            <a:ext cx="2139696" cy="1188720"/>
          </a:xfrm>
          <a:prstGeom prst="roundRect">
            <a:avLst>
              <a:gd name="adj" fmla="val 5385"/>
            </a:avLst>
          </a:prstGeom>
          <a:solidFill>
            <a:srgbClr val="E8F3E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69880" y="3447288"/>
            <a:ext cx="438912" cy="438912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43" name="Text 41"/>
          <p:cNvSpPr/>
          <p:nvPr/>
        </p:nvSpPr>
        <p:spPr>
          <a:xfrm>
            <a:off x="104698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10928" y="3968496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3A33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5138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simplify Anganwadi data management and make child growth monitoring more efficient.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49047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child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02336" cy="402336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331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paperwork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91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1729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child database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402336" cy="402336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32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01421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child information easily accessible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85546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children's growth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402336" cy="402336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508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93992" y="149047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management efficiency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350008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93992" y="2331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human errors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191256"/>
            <a:ext cx="402336" cy="402336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91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93992" y="31729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simple, user-friendly interface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63640" y="4032504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0325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93992" y="401421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quick searching and updating of records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63640" y="4873752"/>
            <a:ext cx="402336" cy="402336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873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93992" y="485546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Anganwadi workers in managing children efficiently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manages important information related to children registered in an Anganwadi center.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548640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registration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management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monitoring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weight records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record viewing, updating, deletion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statistics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 &amp; digital records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0F3A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48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Anganwadi centers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access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growth analysis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alerts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reporting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deployment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growth prediction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follows a simple, layered web application architecture.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E8792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Anganwadi Worker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63240" y="244144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68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B5E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786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3145536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68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B5E5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  —  HTML + CSS + JavaScript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63240" y="3849624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68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B5E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8678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—  Python + Flask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455371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68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9087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1B5E5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9087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525780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E68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F3A3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9496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—  SQLite Storage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1874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258568"/>
            <a:ext cx="5212080" cy="409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web application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into the system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accesses the dashboard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add or manage child records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processes the request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or retrieved from the database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displayed on the web interface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20624"/>
          </a:xfrm>
          <a:prstGeom prst="roundRect">
            <a:avLst>
              <a:gd name="adj" fmla="val 10870"/>
            </a:avLst>
          </a:prstGeom>
          <a:solidFill>
            <a:srgbClr val="1B5E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67405" y="1508760"/>
            <a:ext cx="3822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9384"/>
            <a:ext cx="6949440" cy="393192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9384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67405" y="1929384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programming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67405" y="2322576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framework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6949440" cy="393192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67405" y="2715768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structure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67405" y="3108960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6949440" cy="393192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02152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67405" y="3502152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interactions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3895344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67405" y="3895344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88536"/>
            <a:ext cx="6949440" cy="393192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88536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67405" y="4288536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HTML templates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4681728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67405" y="4681728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6949440" cy="393192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74920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67405" y="5074920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5468112"/>
            <a:ext cx="27797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67405" y="5468112"/>
            <a:ext cx="38221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72400" y="150876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8F3EC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1673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FLASK?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19659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is lightweight, easy to develop, and well suited for building Python-based web applications.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57984" cy="4160520"/>
          </a:xfrm>
          <a:prstGeom prst="roundRect">
            <a:avLst>
              <a:gd name="adj" fmla="val 2966"/>
            </a:avLst>
          </a:prstGeom>
          <a:solidFill>
            <a:srgbClr val="E8F3EC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737360"/>
            <a:ext cx="475488" cy="475488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17922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functionality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2157984" cy="4160520"/>
          </a:xfrm>
          <a:prstGeom prst="roundRect">
            <a:avLst>
              <a:gd name="adj" fmla="val 2966"/>
            </a:avLst>
          </a:prstGeom>
          <a:solidFill>
            <a:srgbClr val="E8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1737360"/>
            <a:ext cx="475488" cy="475488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44368" y="2377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17922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children count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features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registered children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2157984" cy="4160520"/>
          </a:xfrm>
          <a:prstGeom prst="roundRect">
            <a:avLst>
              <a:gd name="adj" fmla="val 2966"/>
            </a:avLst>
          </a:prstGeom>
          <a:solidFill>
            <a:srgbClr val="1B5E5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1888" y="173736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61888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2377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926080"/>
            <a:ext cx="17922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child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/ update records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child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508760"/>
            <a:ext cx="2157984" cy="4160520"/>
          </a:xfrm>
          <a:prstGeom prst="roundRect">
            <a:avLst>
              <a:gd name="adj" fmla="val 2966"/>
            </a:avLst>
          </a:prstGeom>
          <a:solidFill>
            <a:srgbClr val="E8F3E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737360"/>
            <a:ext cx="475488" cy="475488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377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926080"/>
            <a:ext cx="17922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height &amp; weight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growth information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92640" y="1508760"/>
            <a:ext cx="2157984" cy="4160520"/>
          </a:xfrm>
          <a:prstGeom prst="roundRect">
            <a:avLst>
              <a:gd name="adj" fmla="val 2966"/>
            </a:avLst>
          </a:prstGeom>
          <a:solidFill>
            <a:srgbClr val="E8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33888" y="1737360"/>
            <a:ext cx="475488" cy="475488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6" name="Text 24"/>
          <p:cNvSpPr/>
          <p:nvPr/>
        </p:nvSpPr>
        <p:spPr>
          <a:xfrm>
            <a:off x="10533888" y="1737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02368" y="237744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0" y="2926080"/>
            <a:ext cx="17922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retrieve records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records</a:t>
            </a:r>
            <a:endParaRPr lang="en-US" sz="110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data efficiently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and Authentication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system provides controlled access to the application.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539496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Email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authentication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option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395728"/>
            <a:ext cx="530352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unauthorized access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child information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controlled environment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only authorized users to manage records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 quick overview of the Anganwadi center.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53949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children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management section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child option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children option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E8F3E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994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access important features quickly and get a clear overview of the entire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03520" cy="4709160"/>
          </a:xfrm>
          <a:prstGeom prst="roundRect">
            <a:avLst>
              <a:gd name="adj" fmla="val 1165"/>
            </a:avLst>
          </a:prstGeom>
          <a:solidFill>
            <a:srgbClr val="F0F0EC"/>
          </a:solidFill>
          <a:ln w="12700">
            <a:solidFill>
              <a:srgbClr val="1B5E5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705088" y="3314700"/>
            <a:ext cx="512064" cy="512064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2" name="Text 10"/>
          <p:cNvSpPr/>
          <p:nvPr/>
        </p:nvSpPr>
        <p:spPr>
          <a:xfrm>
            <a:off x="8705088" y="33147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8176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New Child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 workers can register new children digitally.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Captured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394960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ID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Name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Guardian Details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&amp; Weight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001768"/>
            <a:ext cx="53949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registration, less paperwork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easily accessible 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4709160"/>
          </a:xfrm>
          <a:prstGeom prst="roundRect">
            <a:avLst>
              <a:gd name="adj" fmla="val 1165"/>
            </a:avLst>
          </a:prstGeom>
          <a:solidFill>
            <a:srgbClr val="F0F0EC"/>
          </a:solidFill>
          <a:ln w="12700">
            <a:solidFill>
              <a:srgbClr val="1B5E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705088" y="3314700"/>
            <a:ext cx="512064" cy="512064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1" name="Text 9"/>
          <p:cNvSpPr/>
          <p:nvPr/>
        </p:nvSpPr>
        <p:spPr>
          <a:xfrm>
            <a:off x="8705088" y="33147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38176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Child page screenshot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Records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interface to manage registered children through full CRUD operations.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E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30552"/>
            <a:ext cx="457200" cy="4572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67919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child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3502152" y="2130552"/>
            <a:ext cx="457200" cy="4572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02152" y="267919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2152" y="295351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existing child information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2130552"/>
            <a:ext cx="457200" cy="4572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1072" y="267919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91072" y="295351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incorrect or outdated info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9992" y="2130552"/>
            <a:ext cx="457200" cy="4572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2" name="Text 20"/>
          <p:cNvSpPr/>
          <p:nvPr/>
        </p:nvSpPr>
        <p:spPr>
          <a:xfrm>
            <a:off x="907999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79992" y="267919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79992" y="295351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records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Create, Read, Update, Delete — making child record management simple and efficient.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2791"/>
            </a:avLst>
          </a:prstGeom>
          <a:solidFill>
            <a:srgbClr val="F0F0EC"/>
          </a:solidFill>
          <a:ln w="12700">
            <a:solidFill>
              <a:srgbClr val="1B5E5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824728" y="4686300"/>
            <a:ext cx="512064" cy="512064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8" name="Text 26"/>
          <p:cNvSpPr/>
          <p:nvPr/>
        </p:nvSpPr>
        <p:spPr>
          <a:xfrm>
            <a:off x="5824728" y="46863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1520" y="51892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List page screenshot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Growth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helps track important growth measurements of children.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36576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measurement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history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348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2350008"/>
            <a:ext cx="36576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 to growth info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 maintenance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monitoring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growth concerns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calculations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75320" y="1965960"/>
            <a:ext cx="3337560" cy="2926080"/>
          </a:xfrm>
          <a:prstGeom prst="roundRect">
            <a:avLst>
              <a:gd name="adj" fmla="val 2500"/>
            </a:avLst>
          </a:prstGeom>
          <a:solidFill>
            <a:srgbClr val="E8F3E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21305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0" y="2423160"/>
            <a:ext cx="28803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monitoring helps identify changes in a child's physical development over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3A3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33095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calculate BMI and compare measurements against standard growth charts.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uses a database to store and manage child information.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766560" cy="457200"/>
          </a:xfrm>
          <a:prstGeom prst="roundRect">
            <a:avLst>
              <a:gd name="adj" fmla="val 10000"/>
            </a:avLst>
          </a:prstGeom>
          <a:solidFill>
            <a:srgbClr val="1B5E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90595" y="1920240"/>
            <a:ext cx="3721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6766560" cy="402336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90595" y="2377440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7977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0595" y="2779776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6766560" cy="402336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82112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0595" y="3182112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90595" y="3584448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6766560" cy="402336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86784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90595" y="3986784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Guardian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90595" y="4389120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measurement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91456"/>
            <a:ext cx="6766560" cy="402336"/>
          </a:xfrm>
          <a:prstGeom prst="rect">
            <a:avLst/>
          </a:prstGeom>
          <a:solidFill>
            <a:srgbClr val="E8F3E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9145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90595" y="4791456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measurement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193792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90595" y="5193792"/>
            <a:ext cx="3721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creation date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Benefits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35240" y="2304288"/>
            <a:ext cx="402336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data storage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retrieval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record updates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duplication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application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42232" y="216255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4462272" y="176479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160020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into the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91272" y="216255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76479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160020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is displayed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45643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2918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Child Management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42232" y="385419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2918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2272" y="345643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25" name="Text 23"/>
          <p:cNvSpPr/>
          <p:nvPr/>
        </p:nvSpPr>
        <p:spPr>
          <a:xfrm>
            <a:off x="446227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74920" y="32918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a new child or views records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91272" y="385419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2918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1312" y="345643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23960" y="32918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information is entered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514807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25880" y="498348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the database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42232" y="554583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297680" y="4983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462272" y="514807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39" name="Text 37"/>
          <p:cNvSpPr/>
          <p:nvPr/>
        </p:nvSpPr>
        <p:spPr>
          <a:xfrm>
            <a:off x="4462272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074920" y="498348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view, update, or delete records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891272" y="5545836"/>
            <a:ext cx="173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92C"/>
                </a:solidFill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046720" y="498348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E8F3E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11312" y="5148072"/>
            <a:ext cx="457200" cy="4572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44" name="Text 42"/>
          <p:cNvSpPr/>
          <p:nvPr/>
        </p:nvSpPr>
        <p:spPr>
          <a:xfrm>
            <a:off x="8211312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823960" y="498348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info is displayed in the system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was tested to ensure all major features work correctly.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Performed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539496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registration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insertion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record retrieval testing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350008"/>
            <a:ext cx="530352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functionality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functionality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testing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testing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3A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55955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functionalities of the system were successfully tested and verified.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deployed online so authorized users can access it through a web browser.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E8F3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80944" y="24048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92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E8F3E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30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15584" y="24048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92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E8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130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50224" y="2404872"/>
            <a:ext cx="347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92C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52560" y="196596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1B5E52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130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904488"/>
            <a:ext cx="53949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accessibility &amp; easy sharing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application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installation required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different devices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3520440"/>
            <a:ext cx="5303520" cy="2606040"/>
          </a:xfrm>
          <a:prstGeom prst="roundRect">
            <a:avLst>
              <a:gd name="adj" fmla="val 2105"/>
            </a:avLst>
          </a:prstGeom>
          <a:solidFill>
            <a:srgbClr val="F0F0EC"/>
          </a:solidFill>
          <a:ln w="12700">
            <a:solidFill>
              <a:srgbClr val="1B5E5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705088" y="4366260"/>
            <a:ext cx="512064" cy="512064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4" name="Text 22"/>
          <p:cNvSpPr/>
          <p:nvPr/>
        </p:nvSpPr>
        <p:spPr>
          <a:xfrm>
            <a:off x="8705088" y="43662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48691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Project screenshot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924812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6002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paperwork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9" name="Shape 7"/>
          <p:cNvSpPr/>
          <p:nvPr/>
        </p:nvSpPr>
        <p:spPr>
          <a:xfrm>
            <a:off x="4443984" y="1924812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0" name="Text 8"/>
          <p:cNvSpPr/>
          <p:nvPr/>
        </p:nvSpPr>
        <p:spPr>
          <a:xfrm>
            <a:off x="4443984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56048" y="16002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3024" y="1924812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19248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05088" y="160020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child registration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" y="3140964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1409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" y="2816352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281635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3984" y="3140964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31409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6048" y="2816352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record searching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281635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93024" y="3140964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26" name="Text 24"/>
          <p:cNvSpPr/>
          <p:nvPr/>
        </p:nvSpPr>
        <p:spPr>
          <a:xfrm>
            <a:off x="8193024" y="31409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05088" y="2816352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data updating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03250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29" name="Shape 27"/>
          <p:cNvSpPr/>
          <p:nvPr/>
        </p:nvSpPr>
        <p:spPr>
          <a:xfrm>
            <a:off x="694944" y="4357116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3571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7008" y="4032504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403250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4443984" y="4357116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4" name="Text 32"/>
          <p:cNvSpPr/>
          <p:nvPr/>
        </p:nvSpPr>
        <p:spPr>
          <a:xfrm>
            <a:off x="4443984" y="43571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56048" y="4032504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46720" y="4032504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37" name="Shape 35"/>
          <p:cNvSpPr/>
          <p:nvPr/>
        </p:nvSpPr>
        <p:spPr>
          <a:xfrm>
            <a:off x="8193024" y="4357116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8" name="Text 36"/>
          <p:cNvSpPr/>
          <p:nvPr/>
        </p:nvSpPr>
        <p:spPr>
          <a:xfrm>
            <a:off x="8193024" y="43571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05088" y="4032504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growth monitoring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24865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41" name="Shape 39"/>
          <p:cNvSpPr/>
          <p:nvPr/>
        </p:nvSpPr>
        <p:spPr>
          <a:xfrm>
            <a:off x="694944" y="5573268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" y="55732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07008" y="5248656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297680" y="524865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45" name="Shape 43"/>
          <p:cNvSpPr/>
          <p:nvPr/>
        </p:nvSpPr>
        <p:spPr>
          <a:xfrm>
            <a:off x="4443984" y="5573268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46" name="Text 44"/>
          <p:cNvSpPr/>
          <p:nvPr/>
        </p:nvSpPr>
        <p:spPr>
          <a:xfrm>
            <a:off x="4443984" y="55732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56048" y="5248656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web browser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46720" y="5248656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/>
        </p:spPr>
      </p:sp>
      <p:sp>
        <p:nvSpPr>
          <p:cNvPr id="49" name="Shape 47"/>
          <p:cNvSpPr/>
          <p:nvPr/>
        </p:nvSpPr>
        <p:spPr>
          <a:xfrm>
            <a:off x="8193024" y="5573268"/>
            <a:ext cx="402336" cy="402336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50" name="Text 48"/>
          <p:cNvSpPr/>
          <p:nvPr/>
        </p:nvSpPr>
        <p:spPr>
          <a:xfrm>
            <a:off x="8193024" y="55732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05088" y="5248656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maintain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7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0200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19272" y="1600200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600200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9904" y="1600200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1600200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Login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0536" y="1600200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11" name="Text 9"/>
          <p:cNvSpPr/>
          <p:nvPr/>
        </p:nvSpPr>
        <p:spPr>
          <a:xfrm>
            <a:off x="8970264" y="1600200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Roles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60904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2660904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660904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2660904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660904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BMI Calculation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0536" y="2660904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8970264" y="2660904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Growth Chart Integration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721608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Growth Prediction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19272" y="3721608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721608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Malnutrition Detection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9904" y="3721608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3721608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Alert System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60536" y="3721608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27" name="Text 25"/>
          <p:cNvSpPr/>
          <p:nvPr/>
        </p:nvSpPr>
        <p:spPr>
          <a:xfrm>
            <a:off x="8970264" y="3721608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Tracking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782312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19272" y="478231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782312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Tracking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89904" y="478231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0F3A33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4782312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Report Generation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860536" y="478231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E8F3EC"/>
          </a:solidFill>
          <a:ln/>
        </p:spPr>
      </p:sp>
      <p:sp>
        <p:nvSpPr>
          <p:cNvPr id="35" name="Text 33"/>
          <p:cNvSpPr/>
          <p:nvPr/>
        </p:nvSpPr>
        <p:spPr>
          <a:xfrm>
            <a:off x="8970264" y="4782312"/>
            <a:ext cx="24323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Management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Anganwadi Growth Monitoring System provides a digital solution for managing child records and monitoring growth information. It reduces dependency on manual paperwork and offers an efficient way to store, retrieve, and manage child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implementing this system, Anganwadi workers can manage child records more effectively and access important information quickly. It can be further enhanced with cloud technology, mobile applications, AI-based analytics, and automated health monitoring.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5E5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61772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simple digital solution for efficient child record management and better growth monitoring.”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5486400" cy="5486400"/>
          </a:xfrm>
          <a:prstGeom prst="ellipse">
            <a:avLst/>
          </a:prstGeom>
          <a:solidFill>
            <a:srgbClr val="1B5E5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E8792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788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Anganwadi Growth Monitoring System  —  Sachin Joy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2026-07-26T07:38:12Z</dcterms:created>
  <dcterms:modified xsi:type="dcterms:W3CDTF">2026-07-26T07:38:12Z</dcterms:modified>
</cp:coreProperties>
</file>